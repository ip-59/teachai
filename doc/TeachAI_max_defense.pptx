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TeachAI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Интерактивная AI-система обучения программированию</a:t>
            </a:r>
          </a:p>
          <a:p>
            <a:r>
              <a:t>На базе Jupyter Notebook и LLM</a:t>
            </a:r>
          </a:p>
          <a:p/>
          <a:p>
            <a:r>
              <a:t>Ключевая идея: персонализированное обучение + практика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Проблема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Отсутствие персонализации</a:t>
            </a:r>
          </a:p>
          <a:p>
            <a:r>
              <a:t>• Нет интерактивной практики</a:t>
            </a:r>
          </a:p>
          <a:p>
            <a:r>
              <a:t>• Сложность изучения AI/программирования</a:t>
            </a:r>
          </a:p>
          <a:p>
            <a:r>
              <a:t>• Недостаток обратной связи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Решение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Интерактивный AI-репетитор</a:t>
            </a:r>
          </a:p>
          <a:p>
            <a:r>
              <a:t>• Обучение через диалог</a:t>
            </a:r>
          </a:p>
          <a:p>
            <a:r>
              <a:t>• Генерация заданий</a:t>
            </a:r>
          </a:p>
          <a:p>
            <a:r>
              <a:t>• Проверка решений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Точка входа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TeachAI.ipynb</a:t>
            </a:r>
          </a:p>
          <a:p/>
          <a:p>
            <a:r>
              <a:t>• Инициализация среды</a:t>
            </a:r>
          </a:p>
          <a:p>
            <a:r>
              <a:t>• Создание TeachAIEngine</a:t>
            </a:r>
          </a:p>
          <a:p>
            <a:r>
              <a:t>• Запуск интерфейса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Архитектура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Notebook (UI)</a:t>
            </a:r>
          </a:p>
          <a:p>
            <a:r>
              <a:t>↓</a:t>
            </a:r>
          </a:p>
          <a:p>
            <a:r>
              <a:t>TeachAIEngine (ядро)</a:t>
            </a:r>
          </a:p>
          <a:p>
            <a:r>
              <a:t>↓</a:t>
            </a:r>
          </a:p>
          <a:p>
            <a:r>
              <a:t>Модули системы</a:t>
            </a:r>
          </a:p>
          <a:p>
            <a:r>
              <a:t>↓</a:t>
            </a:r>
          </a:p>
          <a:p>
            <a:r>
              <a:t>LLM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TeachAIEngine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Центральный orchestrator:</a:t>
            </a:r>
          </a:p>
          <a:p>
            <a:r>
              <a:t>• Управление логикой</a:t>
            </a:r>
          </a:p>
          <a:p>
            <a:r>
              <a:t>• Работа с LLM</a:t>
            </a:r>
          </a:p>
          <a:p>
            <a:r>
              <a:t>• Связь модулей</a:t>
            </a:r>
          </a:p>
          <a:p>
            <a:r>
              <a:t>• Управление интерфейсом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Персонализация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Реализована через начальный диалог</a:t>
            </a:r>
          </a:p>
          <a:p>
            <a:r>
              <a:t>• Определение уровня пользователя</a:t>
            </a:r>
          </a:p>
          <a:p>
            <a:r>
              <a:t>• Адаптация сложности</a:t>
            </a:r>
          </a:p>
          <a:p>
            <a:r>
              <a:t>• Настройка обучения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Генерация заданий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Модуль control_tasks_generator</a:t>
            </a:r>
          </a:p>
          <a:p>
            <a:r>
              <a:t>• Генерация задач через LLM</a:t>
            </a:r>
          </a:p>
          <a:p>
            <a:r>
              <a:t>• Подбор под уровень пользователя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Проверка решений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Проверка выполнения заданий реализована</a:t>
            </a:r>
          </a:p>
          <a:p>
            <a:r>
              <a:t>• Анализ ответа пользователя</a:t>
            </a:r>
          </a:p>
          <a:p>
            <a:r>
              <a:t>• Обратная связь</a:t>
            </a:r>
          </a:p>
          <a:p>
            <a:r>
              <a:t>• Объяснение ошибок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Форматирование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content_formatter</a:t>
            </a:r>
          </a:p>
          <a:p>
            <a:r>
              <a:t>• Улучшение читаемости</a:t>
            </a:r>
          </a:p>
          <a:p>
            <a:r>
              <a:t>• Структурирование ответа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Pipeline работы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Пользователь</a:t>
            </a:r>
          </a:p>
          <a:p>
            <a:r>
              <a:t>→ Диалог (определение уровня)</a:t>
            </a:r>
          </a:p>
          <a:p>
            <a:r>
              <a:t>→ Генерация задания</a:t>
            </a:r>
          </a:p>
          <a:p>
            <a:r>
              <a:t>→ Ответ пользователя</a:t>
            </a:r>
          </a:p>
          <a:p>
            <a:r>
              <a:t>→ Проверка</a:t>
            </a:r>
          </a:p>
          <a:p>
            <a:r>
              <a:t>→ Обратная связь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Технологии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Python</a:t>
            </a:r>
          </a:p>
          <a:p>
            <a:r>
              <a:t>• Jupyter Notebook</a:t>
            </a:r>
          </a:p>
          <a:p>
            <a:r>
              <a:t>• LLM API</a:t>
            </a:r>
          </a:p>
          <a:p>
            <a:r>
              <a:t>• IPython display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Преимущества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Интерактивность</a:t>
            </a:r>
          </a:p>
          <a:p>
            <a:r>
              <a:t>• Персонализация</a:t>
            </a:r>
          </a:p>
          <a:p>
            <a:r>
              <a:t>• Автоматическая генерация задач</a:t>
            </a:r>
          </a:p>
          <a:p>
            <a:r>
              <a:t>• Проверка решений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Ограничения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Зависимость от LLM</a:t>
            </a:r>
          </a:p>
          <a:p>
            <a:r>
              <a:t>• Нет собственной модели</a:t>
            </a:r>
          </a:p>
          <a:p>
            <a:r>
              <a:t>• Ограниченный контроль качества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Вывод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Реализована система AI-обучения:</a:t>
            </a:r>
          </a:p>
          <a:p>
            <a:r>
              <a:t>• Персонализация</a:t>
            </a:r>
          </a:p>
          <a:p>
            <a:r>
              <a:t>• Генерация заданий</a:t>
            </a:r>
          </a:p>
          <a:p>
            <a:r>
              <a:t>• Проверка решений</a:t>
            </a:r>
          </a:p>
          <a:p>
            <a:r>
              <a:t>• Интерактивная среда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Развитие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Добавление RAG</a:t>
            </a:r>
          </a:p>
          <a:p>
            <a:r>
              <a:t>• Улучшение проверки кода</a:t>
            </a:r>
          </a:p>
          <a:p>
            <a:r>
              <a:t>• Хранение прогресса</a:t>
            </a:r>
          </a:p>
          <a:p>
            <a:r>
              <a:t>• Вынос в web-приложение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