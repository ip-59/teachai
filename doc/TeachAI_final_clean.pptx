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Интерактивная система обучения программированию</a:t>
            </a:r>
          </a:p>
          <a:p>
            <a:r>
              <a:t>на базе Jupyter Notebook и LLM</a:t>
            </a:r>
          </a:p>
          <a:p/>
          <a:p>
            <a:r>
              <a:t>Студент: [ФИО]</a:t>
            </a:r>
          </a:p>
          <a:p>
            <a:r>
              <a:t>Дата: [дата]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Проблемы:</a:t>
            </a:r>
          </a:p>
          <a:p>
            <a:r>
              <a:t>- Нет персонализации</a:t>
            </a:r>
          </a:p>
          <a:p>
            <a:r>
              <a:t>- Сложность изучения AI/программирования</a:t>
            </a:r>
          </a:p>
          <a:p>
            <a:r>
              <a:t>- Недостаток обратной связи</a:t>
            </a:r>
          </a:p>
          <a:p/>
          <a:p>
            <a:r>
              <a:t>Решение: AI-система обучения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Создание интерактивной обучающей среды</a:t>
            </a:r>
          </a:p>
          <a:p>
            <a:r>
              <a:t>с использованием LLM</a:t>
            </a:r>
          </a:p>
          <a:p>
            <a:r>
              <a:t>в формате Jupyter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Точка входа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TeachAI.ipynb</a:t>
            </a:r>
          </a:p>
          <a:p/>
          <a:p>
            <a:r>
              <a:t>Инициализация:</a:t>
            </a:r>
          </a:p>
          <a:p>
            <a:r>
              <a:t>- загрузка env</a:t>
            </a:r>
          </a:p>
          <a:p>
            <a:r>
              <a:t>- создание TeachAIEngine</a:t>
            </a:r>
          </a:p>
          <a:p>
            <a:r>
              <a:t>- запуск интерфейса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 (UI)</a:t>
            </a:r>
          </a:p>
          <a:p>
            <a:r>
              <a:t>↓</a:t>
            </a:r>
          </a:p>
          <a:p>
            <a:r>
              <a:t>TeachAIEngine (ядро)</a:t>
            </a:r>
          </a:p>
          <a:p>
            <a:r>
              <a:t>↓</a:t>
            </a:r>
          </a:p>
          <a:p>
            <a:r>
              <a:t>Модули (интерфейс, генерация, форматирование)</a:t>
            </a:r>
          </a:p>
          <a:p>
            <a:r>
              <a:t>↓</a:t>
            </a:r>
          </a:p>
          <a:p>
            <a:r>
              <a:t>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TeachAIEngine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Центральный orchestrator:</a:t>
            </a:r>
          </a:p>
          <a:p>
            <a:r>
              <a:t>- управление интерфейсом</a:t>
            </a:r>
          </a:p>
          <a:p>
            <a:r>
              <a:t>- вызовы LLM</a:t>
            </a:r>
          </a:p>
          <a:p>
            <a:r>
              <a:t>- логика обучения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Реализован в Jupyter</a:t>
            </a:r>
          </a:p>
          <a:p>
            <a:r>
              <a:t>Использует display()</a:t>
            </a:r>
          </a:p>
          <a:p>
            <a:r>
              <a:t>Интерактивное взаимодействие с пользователем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Генерация заданий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Модуль control_tasks_generator</a:t>
            </a:r>
          </a:p>
          <a:p>
            <a:r>
              <a:t>Генерация задач через LLM</a:t>
            </a:r>
          </a:p>
          <a:p>
            <a:r>
              <a:t>Адаптация под пользователя отсутствует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Форматирование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Модуль content_formatter</a:t>
            </a:r>
          </a:p>
          <a:p>
            <a:r>
              <a:t>Обработка и улучшение вывода LLM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Пользователь → Notebook → Engine → LLM → Formatter → Ответ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Jupyter Notebook</a:t>
            </a:r>
          </a:p>
          <a:p>
            <a:r>
              <a:t>LLM API</a:t>
            </a:r>
          </a:p>
          <a:p>
            <a:r>
              <a:t>IPython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Нет собственной модели</a:t>
            </a:r>
          </a:p>
          <a:p>
            <a:r>
              <a:t>Нет dataset</a:t>
            </a:r>
          </a:p>
          <a:p>
            <a:r>
              <a:t>Нет RAG</a:t>
            </a:r>
          </a:p>
          <a:p>
            <a:r>
              <a:t>Нет проверки решений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Реализован MVP AI-репетитора</a:t>
            </a:r>
          </a:p>
          <a:p>
            <a:r>
              <a:t>Интерактивное обучение</a:t>
            </a:r>
          </a:p>
          <a:p>
            <a:r>
              <a:t>Генерация объяснений и задач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Развитие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Добавить:</a:t>
            </a:r>
          </a:p>
          <a:p>
            <a:r>
              <a:t>- проверку кода</a:t>
            </a:r>
          </a:p>
          <a:p>
            <a:r>
              <a:t>- RAG</a:t>
            </a:r>
          </a:p>
          <a:p>
            <a:r>
              <a:t>- модель пользователя</a:t>
            </a:r>
          </a:p>
          <a:p>
            <a:r>
              <a:t>- разделение архитектуры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